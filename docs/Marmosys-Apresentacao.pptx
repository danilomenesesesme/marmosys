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Marmosys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Sistema de Gestão para Empresas de Mármore e Granito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Sobre 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Sistema ERP completo</a:t>
            </a:r>
          </a:p>
          <a:p>
            <a:pPr lvl="0"/>
            <a:r>
              <a:rPr/>
              <a:t>Desenvolvido especificamente para o setor</a:t>
            </a:r>
          </a:p>
          <a:p>
            <a:pPr lvl="0"/>
            <a:r>
              <a:rPr/>
              <a:t>Tecnologias modernas</a:t>
            </a:r>
          </a:p>
          <a:p>
            <a:pPr lvl="0"/>
            <a:r>
              <a:rPr/>
              <a:t>Interface intuitiva</a:t>
            </a:r>
          </a:p>
          <a:p>
            <a:pPr lvl="0"/>
            <a:r>
              <a:rPr/>
              <a:t>Integração total entre módulos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 Tecnológica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Backend:</a:t>
            </a:r>
            <a:r>
              <a:rPr/>
              <a:t> Laravel 10.x</a:t>
            </a:r>
          </a:p>
          <a:p>
            <a:pPr lvl="0"/>
            <a:r>
              <a:rPr b="1"/>
              <a:t>Frontend:</a:t>
            </a:r>
            <a:r>
              <a:rPr/>
              <a:t> Materialize CSS</a:t>
            </a:r>
          </a:p>
          <a:p>
            <a:pPr lvl="0"/>
            <a:r>
              <a:rPr b="1"/>
              <a:t>Banco de Dados:</a:t>
            </a:r>
            <a:r>
              <a:rPr/>
              <a:t> MySQL</a:t>
            </a:r>
          </a:p>
          <a:p>
            <a:pPr lvl="0"/>
            <a:r>
              <a:rPr b="1"/>
              <a:t>Cache:</a:t>
            </a:r>
            <a:r>
              <a:rPr/>
              <a:t> Redis</a:t>
            </a:r>
          </a:p>
          <a:p>
            <a:pPr lvl="0"/>
            <a:r>
              <a:rPr b="1"/>
              <a:t>Servidor:</a:t>
            </a:r>
            <a:r>
              <a:rPr/>
              <a:t> Nginx/Apache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Padrão MVC</a:t>
            </a:r>
          </a:p>
          <a:p>
            <a:pPr lvl="0"/>
            <a:r>
              <a:rPr/>
              <a:t>Arquitetura em Camadas</a:t>
            </a:r>
          </a:p>
          <a:p>
            <a:pPr lvl="0"/>
            <a:r>
              <a:rPr/>
              <a:t>Escalável e Manutenível</a:t>
            </a:r>
          </a:p>
          <a:p>
            <a:pPr lvl="0"/>
            <a:r>
              <a:rPr/>
              <a:t>Alta Performance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Módulos Implementados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Cadastros Básicos</a:t>
            </a:r>
          </a:p>
          <a:p>
            <a:pPr lvl="0"/>
            <a:r>
              <a:rPr/>
              <a:t>Clientes</a:t>
            </a:r>
          </a:p>
          <a:p>
            <a:pPr lvl="0"/>
            <a:r>
              <a:rPr/>
              <a:t>Fornecedores</a:t>
            </a:r>
          </a:p>
          <a:p>
            <a:pPr lvl="0"/>
            <a:r>
              <a:rPr/>
              <a:t>Vendedores</a:t>
            </a:r>
          </a:p>
          <a:p>
            <a:pPr lvl="0"/>
            <a:r>
              <a:rPr/>
              <a:t>Funcionários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Financeiro</a:t>
            </a:r>
          </a:p>
          <a:p>
            <a:pPr lvl="0"/>
            <a:r>
              <a:rPr/>
              <a:t>Contas a Pagar/Receber</a:t>
            </a:r>
          </a:p>
          <a:p>
            <a:pPr lvl="0"/>
            <a:r>
              <a:rPr/>
              <a:t>Fluxo de Caixa</a:t>
            </a:r>
          </a:p>
          <a:p>
            <a:pPr lvl="0"/>
            <a:r>
              <a:rPr/>
              <a:t>Conciliação Bancária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Módulos Implementados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Estoque</a:t>
            </a:r>
          </a:p>
          <a:p>
            <a:pPr lvl="0"/>
            <a:r>
              <a:rPr/>
              <a:t>Controle de Produtos</a:t>
            </a:r>
          </a:p>
          <a:p>
            <a:pPr lvl="0"/>
            <a:r>
              <a:rPr/>
              <a:t>Gestão de Materiais</a:t>
            </a:r>
          </a:p>
          <a:p>
            <a:pPr lvl="0"/>
            <a:r>
              <a:rPr/>
              <a:t>Inventário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Orçamentos</a:t>
            </a:r>
          </a:p>
          <a:p>
            <a:pPr lvl="0"/>
            <a:r>
              <a:rPr/>
              <a:t>Geração por Ambiente</a:t>
            </a:r>
          </a:p>
          <a:p>
            <a:pPr lvl="0"/>
            <a:r>
              <a:rPr/>
              <a:t>Aprovação Eletrônica</a:t>
            </a:r>
          </a:p>
          <a:p>
            <a:pPr lvl="0"/>
            <a:r>
              <a:rPr/>
              <a:t>Integração Financeira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Módulos em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Produção</a:t>
            </a:r>
          </a:p>
          <a:p>
            <a:pPr lvl="0"/>
            <a:r>
              <a:rPr/>
              <a:t>Logística</a:t>
            </a:r>
          </a:p>
          <a:p>
            <a:pPr lvl="0"/>
            <a:r>
              <a:rPr/>
              <a:t>Compras</a:t>
            </a:r>
          </a:p>
          <a:p>
            <a:pPr lvl="0"/>
            <a:r>
              <a:rPr/>
              <a:t>RH</a:t>
            </a:r>
          </a:p>
          <a:p>
            <a:pPr lvl="0"/>
            <a:r>
              <a:rPr/>
              <a:t>Manutenção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Fiscal</a:t>
            </a:r>
          </a:p>
          <a:p>
            <a:pPr lvl="0"/>
            <a:r>
              <a:rPr/>
              <a:t>NFe/NFSe</a:t>
            </a:r>
          </a:p>
          <a:p>
            <a:pPr lvl="0"/>
            <a:r>
              <a:rPr/>
              <a:t>SPED</a:t>
            </a:r>
          </a:p>
          <a:p>
            <a:pPr lvl="0"/>
            <a:r>
              <a:rPr/>
              <a:t>Contabilidade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E-commerce</a:t>
            </a:r>
          </a:p>
          <a:p>
            <a:pPr lvl="0"/>
            <a:r>
              <a:rPr/>
              <a:t>Catálogo Online</a:t>
            </a:r>
          </a:p>
          <a:p>
            <a:pPr lvl="0"/>
            <a:r>
              <a:rPr/>
              <a:t>Pedidos Web</a:t>
            </a:r>
          </a:p>
          <a:p>
            <a:pPr lvl="0"/>
            <a:r>
              <a:rPr/>
              <a:t>Marketplace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Segurança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Autenticação em 2 Fatores</a:t>
            </a:r>
          </a:p>
          <a:p>
            <a:pPr lvl="0"/>
            <a:r>
              <a:rPr/>
              <a:t>Controle de Acesso</a:t>
            </a:r>
          </a:p>
          <a:p>
            <a:pPr lvl="0"/>
            <a:r>
              <a:rPr/>
              <a:t>Backup Automático</a:t>
            </a:r>
          </a:p>
          <a:p>
            <a:pPr lvl="0"/>
            <a:r>
              <a:rPr/>
              <a:t>Logs de Atividades</a:t>
            </a:r>
          </a:p>
          <a:p>
            <a:pPr lvl="0"/>
            <a:r>
              <a:rPr/>
              <a:t>Criptografia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Aumento de Produtividade</a:t>
            </a:r>
          </a:p>
          <a:p>
            <a:pPr lvl="0"/>
            <a:r>
              <a:rPr/>
              <a:t>Redução de Erros</a:t>
            </a:r>
          </a:p>
          <a:p>
            <a:pPr lvl="0"/>
            <a:r>
              <a:rPr/>
              <a:t>Controle Total</a:t>
            </a:r>
          </a:p>
          <a:p>
            <a:pPr lvl="0"/>
            <a:r>
              <a:rPr/>
              <a:t>Tomada de Decisão</a:t>
            </a:r>
          </a:p>
          <a:p>
            <a:pPr lvl="0"/>
            <a:r>
              <a:rPr/>
              <a:t>Satisfação do Cliente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Novos Módulos</a:t>
            </a:r>
          </a:p>
          <a:p>
            <a:pPr lvl="0" indent="-342900" marL="342900">
              <a:buAutoNum type="arabicPeriod"/>
            </a:pPr>
            <a:r>
              <a:rPr/>
              <a:t>Melhorias Contínuas</a:t>
            </a:r>
          </a:p>
          <a:p>
            <a:pPr lvl="0" indent="-342900" marL="342900">
              <a:buAutoNum type="arabicPeriod"/>
            </a:pPr>
            <a:r>
              <a:rPr/>
              <a:t>Novas Integrações</a:t>
            </a:r>
          </a:p>
          <a:p>
            <a:pPr lvl="0" indent="-342900" marL="342900">
              <a:buAutoNum type="arabicPeriod"/>
            </a:pPr>
            <a:r>
              <a:rPr/>
              <a:t>Apps Mobile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Suporte Técnico</a:t>
            </a:r>
            <a:r>
              <a:rPr/>
              <a:t> - Email: suporte@marmosys.com.br - Site: www.marmosys.com.br - Telefone: (XX) XXXX-XXXX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Obrigado!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Perguntas?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2025-05-26T18:58:10Z</dcterms:created>
  <dcterms:modified xsi:type="dcterms:W3CDTF">2025-05-26T18:58:10Z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