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Marmosys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Sistema de Gestão para Empresas de Mármore e Granito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Sobre 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🏢 Sistema ERP completo</a:t>
            </a:r>
          </a:p>
          <a:p>
            <a:pPr lvl="0"/>
            <a:r>
              <a:rPr/>
              <a:t>💎 Especializado em Mármore e Granito</a:t>
            </a:r>
          </a:p>
          <a:p>
            <a:pPr lvl="0"/>
            <a:r>
              <a:rPr/>
              <a:t>🚀 Tecnologias modernas</a:t>
            </a:r>
          </a:p>
          <a:p>
            <a:pPr lvl="0"/>
            <a:r>
              <a:rPr/>
              <a:t>🎯 Interface intuitiva</a:t>
            </a:r>
          </a:p>
          <a:p>
            <a:pPr lvl="0"/>
            <a:r>
              <a:rPr/>
              <a:t>🔄 Integração total entre módulos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Stack Tecnológica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Backend</a:t>
            </a:r>
          </a:p>
          <a:p>
            <a:pPr lvl="0"/>
            <a:r>
              <a:rPr/>
              <a:t>🛠️ Laravel 10.x</a:t>
            </a:r>
          </a:p>
          <a:p>
            <a:pPr lvl="0"/>
            <a:r>
              <a:rPr/>
              <a:t>📦 MySQL</a:t>
            </a:r>
          </a:p>
          <a:p>
            <a:pPr lvl="0"/>
            <a:r>
              <a:rPr/>
              <a:t>🚀 Redis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Frontend</a:t>
            </a:r>
          </a:p>
          <a:p>
            <a:pPr lvl="0"/>
            <a:r>
              <a:rPr/>
              <a:t>💻 Materialize CSS</a:t>
            </a:r>
          </a:p>
          <a:p>
            <a:pPr lvl="0"/>
            <a:r>
              <a:rPr/>
              <a:t>🌐 Responsive Design</a:t>
            </a:r>
          </a:p>
          <a:p>
            <a:pPr lvl="0"/>
            <a:r>
              <a:rPr/>
              <a:t>🖥️ PWA Ready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🏗️ Padrão MVC</a:t>
            </a:r>
          </a:p>
          <a:p>
            <a:pPr lvl="0"/>
            <a:r>
              <a:rPr/>
              <a:t>📦 Arquitetura em Camadas</a:t>
            </a:r>
          </a:p>
          <a:p>
            <a:pPr lvl="0"/>
            <a:r>
              <a:rPr/>
              <a:t>📈 Escalável</a:t>
            </a:r>
          </a:p>
          <a:p>
            <a:pPr lvl="0"/>
            <a:r>
              <a:rPr/>
              <a:t>⚡ Alta Performance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Módulos Implementados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📋 Cadastros Básicos</a:t>
            </a:r>
          </a:p>
          <a:p>
            <a:pPr lvl="0"/>
            <a:r>
              <a:rPr/>
              <a:t>Clientes</a:t>
            </a:r>
          </a:p>
          <a:p>
            <a:pPr lvl="0"/>
            <a:r>
              <a:rPr/>
              <a:t>Fornecedores</a:t>
            </a:r>
          </a:p>
          <a:p>
            <a:pPr lvl="0"/>
            <a:r>
              <a:rPr/>
              <a:t>Vendedores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💰 Financeiro</a:t>
            </a:r>
          </a:p>
          <a:p>
            <a:pPr lvl="0"/>
            <a:r>
              <a:rPr/>
              <a:t>Contas</a:t>
            </a:r>
          </a:p>
          <a:p>
            <a:pPr lvl="0"/>
            <a:r>
              <a:rPr/>
              <a:t>Fluxo de Caixa</a:t>
            </a:r>
          </a:p>
          <a:p>
            <a:pPr lvl="0"/>
            <a:r>
              <a:rPr/>
              <a:t>Conciliação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Gestão de Estoque e Orçamentos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📦 Estoque</a:t>
            </a:r>
          </a:p>
          <a:p>
            <a:pPr lvl="0"/>
            <a:r>
              <a:rPr/>
              <a:t>Controle de Produtos</a:t>
            </a:r>
          </a:p>
          <a:p>
            <a:pPr lvl="0"/>
            <a:r>
              <a:rPr/>
              <a:t>Gestão de Materiais</a:t>
            </a:r>
          </a:p>
          <a:p>
            <a:pPr lvl="0"/>
            <a:r>
              <a:rPr/>
              <a:t>Inventário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📝 Orçamentos</a:t>
            </a:r>
          </a:p>
          <a:p>
            <a:pPr lvl="0"/>
            <a:r>
              <a:rPr/>
              <a:t>Por Ambiente</a:t>
            </a:r>
          </a:p>
          <a:p>
            <a:pPr lvl="0"/>
            <a:r>
              <a:rPr/>
              <a:t>Aprovação Digital</a:t>
            </a:r>
          </a:p>
          <a:p>
            <a:pPr lvl="0"/>
            <a:r>
              <a:rPr/>
              <a:t>Integração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Módulos em Desenvolvimento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 Progresso</a:t>
            </a:r>
          </a:p>
          <a:p>
            <a:pPr lvl="0"/>
            <a:r>
              <a:rPr/>
              <a:t>🏭 Produção</a:t>
            </a:r>
          </a:p>
          <a:p>
            <a:pPr lvl="0"/>
            <a:r>
              <a:rPr/>
              <a:t>🚛 Logística</a:t>
            </a:r>
          </a:p>
          <a:p>
            <a:pPr lvl="0"/>
            <a:r>
              <a:rPr/>
              <a:t>🛒 Compras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Planejados</a:t>
            </a:r>
          </a:p>
          <a:p>
            <a:pPr lvl="0"/>
            <a:r>
              <a:rPr/>
              <a:t>👥 RH</a:t>
            </a:r>
          </a:p>
          <a:p>
            <a:pPr lvl="0"/>
            <a:r>
              <a:rPr/>
              <a:t>🔧 Manutenção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📊 Fiscal</a:t>
            </a:r>
          </a:p>
          <a:p>
            <a:pPr lvl="0"/>
            <a:r>
              <a:rPr/>
              <a:t>NFe/NFSe</a:t>
            </a:r>
          </a:p>
          <a:p>
            <a:pPr lvl="0"/>
            <a:r>
              <a:rPr/>
              <a:t>SPED</a:t>
            </a:r>
          </a:p>
          <a:p>
            <a:pPr lvl="0"/>
            <a:r>
              <a:rPr/>
              <a:t>Contabilidade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🛍️ E-commerce</a:t>
            </a:r>
          </a:p>
          <a:p>
            <a:pPr lvl="0"/>
            <a:r>
              <a:rPr/>
              <a:t>Catálogo Online</a:t>
            </a:r>
          </a:p>
          <a:p>
            <a:pPr lvl="0"/>
            <a:r>
              <a:rPr/>
              <a:t>Pedidos Web</a:t>
            </a:r>
          </a:p>
          <a:p>
            <a:pPr lvl="0"/>
            <a:r>
              <a:rPr/>
              <a:t>Marketplace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Segurança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🔐 Autenticação em 2 Fatores</a:t>
            </a:r>
          </a:p>
          <a:p>
            <a:pPr lvl="0"/>
            <a:r>
              <a:rPr/>
              <a:t>👥 Controle de Acesso</a:t>
            </a:r>
          </a:p>
          <a:p>
            <a:pPr lvl="0"/>
            <a:r>
              <a:rPr/>
              <a:t>💾 Backup Automático</a:t>
            </a:r>
          </a:p>
          <a:p>
            <a:pPr lvl="0"/>
            <a:r>
              <a:rPr/>
              <a:t>📝 Logs de Atividades</a:t>
            </a:r>
          </a:p>
          <a:p>
            <a:pPr lvl="0"/>
            <a:r>
              <a:rPr/>
              <a:t>🔒 Criptografia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Benefícios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📈 Aumento de Produtividade</a:t>
            </a:r>
          </a:p>
          <a:p>
            <a:pPr lvl="0"/>
            <a:r>
              <a:rPr/>
              <a:t>✅ Redução de Erros</a:t>
            </a:r>
          </a:p>
          <a:p>
            <a:pPr lvl="0"/>
            <a:r>
              <a:rPr/>
              <a:t>🎮 Controle Total</a:t>
            </a:r>
          </a:p>
          <a:p>
            <a:pPr lvl="0"/>
            <a:r>
              <a:rPr/>
              <a:t>📊 Tomada de Decisão</a:t>
            </a:r>
          </a:p>
          <a:p>
            <a:pPr lvl="0"/>
            <a:r>
              <a:rPr/>
              <a:t>😊 Satisfação do Cliente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📦 Novos Módulos</a:t>
            </a:r>
          </a:p>
          <a:p>
            <a:pPr lvl="0" indent="-342900" marL="342900">
              <a:buAutoNum type="arabicPeriod"/>
            </a:pPr>
            <a:r>
              <a:rPr/>
              <a:t>🔄 Melhorias Contínuas</a:t>
            </a:r>
          </a:p>
          <a:p>
            <a:pPr lvl="0" indent="-342900" marL="342900">
              <a:buAutoNum type="arabicPeriod"/>
            </a:pPr>
            <a:r>
              <a:rPr/>
              <a:t>🔌 Novas Integrações</a:t>
            </a:r>
          </a:p>
          <a:p>
            <a:pPr lvl="0" indent="-342900" marL="342900">
              <a:buAutoNum type="arabicPeriod"/>
            </a:pPr>
            <a:r>
              <a:rPr/>
              <a:t>📱 Apps Mobile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Suporte Técnico</a:t>
            </a:r>
            <a:r>
              <a:rPr/>
              <a:t> - 📧 Email: suporte@marmosys.com.br - 🌐 Site: www.marmosys.com.br - 📞 Telefone: (XX) XXXX-XXXX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Obrigado!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Perguntas?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2025-05-26T19:03:06Z</dcterms:created>
  <dcterms:modified xsi:type="dcterms:W3CDTF">2025-05-26T19:03:06Z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